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698-3A14-0811-4F49-0299EDAD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83A4-7B12-67DA-E23C-779D49F76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C6CE5-D9F5-43E9-00E5-C1E4425D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ED71B-C273-DAFE-8870-CDA4060E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33C5E-068A-DC63-8A41-5E70AE27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8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AC75-EE82-EEE0-BD56-F565E73A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1F5DD-029E-643C-1685-B2AD122B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E699C-BD6C-0C4C-FAE5-56676E21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02C6C-CAEC-10B3-061E-B049611F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B2A1-B068-34DA-07BF-20F2D00E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30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F95C-FCFF-1ECA-C589-9D93569F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D6AC-5CB8-801F-73D6-F431B8E5B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0B638-1543-4A90-F4DB-A546D3DC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892AA-2BCD-2451-969B-9728FCDC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55F85-6C7E-B17E-718C-B7A17D5B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687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2E4B-4030-5840-F2D2-09F48E50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BFC27-D4CB-1BF7-313A-DFEA4CEED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910DA-FC3E-655F-F3FD-F17C1B3A3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6E83E-78A3-8618-CC89-F01A10E3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13A56-7A30-2642-B579-5CC8506F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94F6D-72D3-3FA9-C9B1-77DD29B0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5182-FED7-5713-3D89-19F9B4DB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1DBEF-EA70-BD88-C91D-279F607A7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1323C-DE0B-874F-A485-2FD57B1F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4FB77-F8A6-1722-8A18-C259C4590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96C77-0E35-4282-81DC-4780E501B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5EEA3-D622-AD8F-6562-2EB48AAF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0AACB-5EBA-F2E2-8D5E-426543A12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44027-CDFE-10A1-187F-EC8C218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02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E48A-DA7C-6D50-DC7F-9AEC0EAC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17909-0229-D882-9807-0D22B07B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609F9-6877-3BEF-C684-250C8321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A5337-F9D2-701C-32D8-2445DA14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59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9A1F3-B29C-EB96-7DBF-093D21B4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5F711-5226-A920-0440-4F9971B4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F79F8-B004-994E-83DD-A7D0D40C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0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F163-604D-5B62-78A1-F6052BF7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36FC-3158-366C-46EF-889AEA73A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83F63-DAF7-1CFF-AC3B-610CB2C30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E9AB6-AF44-80F2-677E-99191BAA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39226-8BE6-4338-6A17-5E3961BB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8BBC-FB14-F3EF-37C4-8FE365FD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06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69FC-4281-57EE-25C2-EFEA8015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CF9F08-EEFE-C164-A25B-9D6A03841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D9D1B-E723-0C20-49CF-F85447FD2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A67D-A5E0-5C4D-A9A4-AD71F878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CE8F2-5409-D8BA-624D-DD29004F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947BC-6ECE-3F38-FB02-C8796AB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21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F112-ED6F-93BC-0CE4-58D54A7B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2117E-1978-AE37-74C9-A58167722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40B8B-C3EF-C29C-1EDE-7E93C56C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A852-5E4A-BA8C-91F4-588E24BD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0F02-66EC-E4EE-A7F2-3DDA8E31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3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73199-6862-09A3-0638-9CF5BD871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1DE68-1DB1-1C8D-F858-8F3B1AF53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08D86-D68D-DDA3-9B87-F6B7FFE7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A078-9544-2B75-182F-E9EB335C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B065-D1B8-7504-4CE7-FFB74419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25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AD091-4683-8404-7EC1-9301CBEB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C95EE-216E-7AB4-C33B-1944A03FE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4B73-F07E-B59F-837C-D47E7C7EC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4421E-9492-43A0-87E1-12353F85E53F}" type="datetimeFigureOut">
              <a:rPr lang="en-AU" smtClean="0"/>
              <a:t>21/06/2025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9368-7C85-CCAA-4C13-1263B159B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32A2E-DB94-DBCC-7030-12F726408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63CB6-3940-4149-893E-BAD5AD579F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51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3F14-E52E-336B-0714-CAD664C19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0836C-9996-5020-3D0D-3B29743FE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93708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Jiang</dc:creator>
  <cp:lastModifiedBy>David Jiang</cp:lastModifiedBy>
  <cp:revision>1</cp:revision>
  <dcterms:created xsi:type="dcterms:W3CDTF">2025-06-21T00:58:17Z</dcterms:created>
  <dcterms:modified xsi:type="dcterms:W3CDTF">2025-06-21T00:58:55Z</dcterms:modified>
</cp:coreProperties>
</file>
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1A56A-B01C-0DCD-E5AB-C08FF23CF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DE03D-9A10-6821-68AF-B9428D6B6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4723E-C568-A324-3EDB-FAA85D7C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D6CCE-E538-812A-6D6B-36F86D1A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8AE65-2EA2-41ED-3E30-5A08F65F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388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8144-07EB-7B64-4B31-D9DCF95A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006B0-525D-BD91-7615-816775A5C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E4E5D-0078-508D-2A3C-668B7087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334DE-9B82-A5FE-D064-AEAC21AF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BA50A-4BD3-54D9-01BE-6E1F928D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926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5F1D-38A4-2670-8593-A41644AE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4D28A-9A81-2F76-C420-F02A9E935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C2B75-5577-CB15-5375-948BB839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21CFB-C9F3-2335-765E-C579B114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8984-E3FD-72A0-49F6-BA0B2E20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13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B01A-3D3B-ED72-8A57-8541066F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0515-E963-8012-BB6C-98346E289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5BE01-4E02-5B42-0B47-CEE4B29C0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3407D-B786-4F95-B73B-3F24B89D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A3769-E378-9294-0F71-3AE72902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3DFC0-8FBA-C35E-EAF5-BB3BE9B0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003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A297-F7D8-DB75-F34B-DE78041B9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F5F54-08E2-A6EE-8037-085AB5FF7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B069D-78FD-B8F3-52DC-74F03FFE7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BBF66-FD11-3B11-7212-DB70D2E05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08B75-32DB-F6AF-3AFC-1C05B5D5E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B67DF3-5800-2162-7A7D-91E8FC15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2337F-3C44-4271-388B-AF072A36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885AE-ED39-C3EC-4EB6-34ABBA34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48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7FFCD-2B9F-68D7-9FF0-2876A1453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4B794-5F48-4111-8F3A-609C115C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D5AB-DB3A-8F92-A4AF-A184DD7E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A36F2-4579-D63D-E704-8A67B1BF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38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5DE86-85AC-0651-035A-FF381888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256FC-149B-8C5F-28F9-71D3DEF1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167A4-FD07-F7EB-DD77-02D8FF68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041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4AEE-BDDE-6B1E-17E9-7B08D05BA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4396F-118E-CF10-921C-766838CAB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235E3-F388-9904-249D-0968BE314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2879F-3333-725E-B960-48389F86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3241F-35DB-065E-BA3C-18FD8C18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FDC0-7E7B-A6C4-A44B-30A77FC5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542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9C6E-A20C-B03B-FCC7-4435B747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C9A51-D2C3-609D-B6A5-F1495886F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75F95-FFE0-E04A-6B2C-42E5B37E2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67A34-B26D-4DCB-334F-F5872E4D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FEA7F-BB78-1DE8-F5EB-6D1B2A09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A945B-39D0-5849-0E2F-B44B1067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207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80F9-E105-F76D-DA59-F0D430D1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57ADC-4A84-EBB6-6060-AB7467796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F5302-ADD9-D4CD-5F13-F58A0C87F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0F500-A0F5-B410-6A60-F722AE90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E749-6B2E-55B2-721A-4FC4858F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30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84BC0A-6EE2-8065-BA67-92F6EBC6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FA28E-344D-9DA2-80DC-D8E8EBAC5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84DC-13E9-7ACA-5111-102D6A23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52B2-B587-4FFD-D425-F4876A18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7ED1C-388A-AC7A-EF69-26B57D5E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922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4AD466-DC9C-4754-D2BF-090A7AD3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80096-FA99-1736-1506-EC8585D64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3D767-922D-0F08-5C21-A202DCB5B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55486-624E-4390-A608-2E458425A804}" type="datetimeFigureOut">
              <a:rPr lang="en-AU" smtClean="0"/>
              <a:t>22/06/2025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C1E57-0C2D-7DEC-5062-8E5E7F78E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6500C-9931-A164-BE38-D23712A90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D46D2-06A7-4E13-B7DD-C7207D7487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278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DB07-06C2-6EE3-59C3-0C7EB772A7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3A810-5069-518A-AC2E-7B39603AB6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39817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3E93-3C7F-95C0-BA79-EC755E0B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050E3-0C5D-F8BD-78FD-6D136AD7D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620A809-A283-CDA1-A4F3-83670E48C7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199531"/>
              </p:ext>
            </p:extLst>
          </p:nvPr>
        </p:nvGraphicFramePr>
        <p:xfrm>
          <a:off x="2527524" y="2715990"/>
          <a:ext cx="122555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5739" imgH="1847913" progId="Excel.Sheet.12">
                  <p:embed/>
                </p:oleObj>
              </mc:Choice>
              <mc:Fallback>
                <p:oleObj name="Worksheet" r:id="rId2" imgW="1225739" imgH="184791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7524" y="2715990"/>
                        <a:ext cx="1225550" cy="184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974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Microsoft Excel Worksheet</vt:lpstr>
      <vt:lpstr>Test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Jiang</dc:creator>
  <cp:lastModifiedBy>David Jiang</cp:lastModifiedBy>
  <cp:revision>1</cp:revision>
  <dcterms:created xsi:type="dcterms:W3CDTF">2025-06-21T23:00:18Z</dcterms:created>
  <dcterms:modified xsi:type="dcterms:W3CDTF">2025-06-21T23:17:32Z</dcterms:modified>
</cp:coreProperties>
</file>